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Leafr Testpraesentation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Fuer Word/PowerPoint-Unterstuetzung (Paket 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1</a:t>
            </a:r>
          </a:p>
          <a:p>
            <a:pPr lvl="1"/>
            <a:r>
              <a:t>Punkt 2 auf Folie 1</a:t>
            </a:r>
          </a:p>
          <a:p>
            <a:pPr lvl="1"/>
            <a:r>
              <a:t>Punkt 3 auf Folie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2</a:t>
            </a:r>
          </a:p>
          <a:p>
            <a:pPr lvl="1"/>
            <a:r>
              <a:t>Punkt 2 auf Folie 2</a:t>
            </a:r>
          </a:p>
          <a:p>
            <a:pPr lvl="1"/>
            <a:r>
              <a:t>Punkt 3 auf Folie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3</a:t>
            </a:r>
          </a:p>
          <a:p>
            <a:pPr lvl="1"/>
            <a:r>
              <a:t>Punkt 2 auf Folie 3</a:t>
            </a:r>
          </a:p>
          <a:p>
            <a:pPr lvl="1"/>
            <a:r>
              <a:t>Punkt 3 auf Folie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4</a:t>
            </a:r>
          </a:p>
          <a:p>
            <a:pPr lvl="1"/>
            <a:r>
              <a:t>Punkt 2 auf Folie 4</a:t>
            </a:r>
          </a:p>
          <a:p>
            <a:pPr lvl="1"/>
            <a:r>
              <a:t>Punkt 3 auf Folie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5</a:t>
            </a:r>
          </a:p>
          <a:p>
            <a:pPr lvl="1"/>
            <a:r>
              <a:t>Punkt 2 auf Folie 5</a:t>
            </a:r>
          </a:p>
          <a:p>
            <a:pPr lvl="1"/>
            <a:r>
              <a:t>Punkt 3 auf Folie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6</a:t>
            </a:r>
          </a:p>
          <a:p>
            <a:pPr lvl="1"/>
            <a:r>
              <a:t>Punkt 2 auf Folie 6</a:t>
            </a:r>
          </a:p>
          <a:p>
            <a:pPr lvl="1"/>
            <a:r>
              <a:t>Punkt 3 auf Folie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7</a:t>
            </a:r>
          </a:p>
          <a:p>
            <a:pPr lvl="1"/>
            <a:r>
              <a:t>Punkt 2 auf Folie 7</a:t>
            </a:r>
          </a:p>
          <a:p>
            <a:pPr lvl="1"/>
            <a:r>
              <a:t>Punkt 3 auf Folie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 auf Folie 8</a:t>
            </a:r>
          </a:p>
          <a:p>
            <a:pPr lvl="1"/>
            <a:r>
              <a:t>Punkt 2 auf Folie 8</a:t>
            </a:r>
          </a:p>
          <a:p>
            <a:pPr lvl="1"/>
            <a:r>
              <a:t>Punkt 3 auf Folie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